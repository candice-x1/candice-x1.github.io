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239625" cy="359981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34" userDrawn="1">
          <p15:clr>
            <a:srgbClr val="A4A3A4"/>
          </p15:clr>
        </p15:guide>
        <p15:guide id="2" pos="385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1134"/>
        <p:guide pos="3855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203546" y="480025"/>
            <a:ext cx="9837995" cy="1349361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315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203546" y="1869073"/>
            <a:ext cx="9837995" cy="772953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260" spc="200"/>
            </a:lvl1pPr>
            <a:lvl2pPr marL="240030" indent="0" algn="ctr">
              <a:buNone/>
              <a:defRPr sz="1050"/>
            </a:lvl2pPr>
            <a:lvl3pPr marL="480060" indent="0" algn="ctr">
              <a:buNone/>
              <a:defRPr sz="945"/>
            </a:lvl3pPr>
            <a:lvl4pPr marL="720090" indent="0" algn="ctr">
              <a:buNone/>
              <a:defRPr sz="840"/>
            </a:lvl4pPr>
            <a:lvl5pPr marL="960120" indent="0" algn="ctr">
              <a:buNone/>
              <a:defRPr sz="840"/>
            </a:lvl5pPr>
            <a:lvl6pPr marL="1200150" indent="0" algn="ctr">
              <a:buNone/>
              <a:defRPr sz="840"/>
            </a:lvl6pPr>
            <a:lvl7pPr marL="1440180" indent="0" algn="ctr">
              <a:buNone/>
              <a:defRPr sz="840"/>
            </a:lvl7pPr>
            <a:lvl8pPr marL="1680210" indent="0" algn="ctr">
              <a:buNone/>
              <a:defRPr sz="840"/>
            </a:lvl8pPr>
            <a:lvl9pPr marL="1920240" indent="0" algn="ctr">
              <a:buNone/>
              <a:defRPr sz="84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10809" y="319387"/>
            <a:ext cx="11012627" cy="37041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10809" y="782402"/>
            <a:ext cx="11012627" cy="2498396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8682" y="2020261"/>
            <a:ext cx="7799557" cy="40254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231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8682" y="2422802"/>
            <a:ext cx="7799557" cy="455457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94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24003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2pPr>
            <a:lvl3pPr marL="48006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3pPr>
            <a:lvl4pPr marL="72009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4pPr>
            <a:lvl5pPr marL="96012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5pPr>
            <a:lvl6pPr marL="120015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6pPr>
            <a:lvl7pPr marL="144018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7pPr>
            <a:lvl8pPr marL="168021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8pPr>
            <a:lvl9pPr marL="192024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10809" y="319387"/>
            <a:ext cx="11012627" cy="37041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10809" y="788072"/>
            <a:ext cx="5197295" cy="2492727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36983" y="788072"/>
            <a:ext cx="5197295" cy="2492727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10809" y="319387"/>
            <a:ext cx="11012627" cy="37041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10809" y="750275"/>
            <a:ext cx="5363551" cy="200325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05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0809" y="973278"/>
            <a:ext cx="5363551" cy="230752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60437" y="746353"/>
            <a:ext cx="5363551" cy="200325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05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60437" y="973278"/>
            <a:ext cx="5363551" cy="230752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10809" y="319387"/>
            <a:ext cx="11012627" cy="37041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10809" y="816420"/>
            <a:ext cx="5253795" cy="2419022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84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75541" y="816420"/>
            <a:ext cx="5247894" cy="2419022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84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75319" y="480025"/>
            <a:ext cx="1048133" cy="2640136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147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8020" y="480025"/>
            <a:ext cx="9205501" cy="2640136"/>
          </a:xfrm>
        </p:spPr>
        <p:txBody>
          <a:bodyPr vert="eaVert" lIns="46800" tIns="46800" rIns="46800" bIns="46800"/>
          <a:lstStyle>
            <a:lvl1pPr marL="120015" indent="-120015">
              <a:spcAft>
                <a:spcPts val="1000"/>
              </a:spcAft>
              <a:defRPr spc="300"/>
            </a:lvl1pPr>
            <a:lvl2pPr marL="360045" indent="-120015">
              <a:defRPr spc="300"/>
            </a:lvl2pPr>
            <a:lvl3pPr marL="600075" indent="-120015">
              <a:defRPr spc="300"/>
            </a:lvl3pPr>
            <a:lvl4pPr marL="840105" indent="-120015">
              <a:defRPr spc="300"/>
            </a:lvl4pPr>
            <a:lvl5pPr marL="1080135" indent="-120015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10809" y="406320"/>
            <a:ext cx="11016241" cy="287825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203546" y="1304004"/>
            <a:ext cx="9837995" cy="534831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315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203546" y="1869073"/>
            <a:ext cx="9837995" cy="247572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26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10809" y="319387"/>
            <a:ext cx="11012627" cy="370413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10809" y="782402"/>
            <a:ext cx="11012627" cy="2498396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4423" y="3314816"/>
            <a:ext cx="2710689" cy="1663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52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32295" y="3314816"/>
            <a:ext cx="3975678" cy="1663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52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912746" y="3314816"/>
            <a:ext cx="2710689" cy="1663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52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80060" rtl="0" eaLnBrk="1" fontAlgn="auto" latinLnBrk="0" hangingPunct="1">
        <a:lnSpc>
          <a:spcPct val="100000"/>
        </a:lnSpc>
        <a:spcBef>
          <a:spcPct val="0"/>
        </a:spcBef>
        <a:buNone/>
        <a:defRPr sz="189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20015" indent="-120015" algn="l" defTabSz="48006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94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360045" indent="-120015" algn="l" defTabSz="48006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845185" algn="l"/>
          <a:tab pos="845185" algn="l"/>
          <a:tab pos="845185" algn="l"/>
          <a:tab pos="845185" algn="l"/>
        </a:tabLst>
        <a:defRPr sz="84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600075" indent="-120015" algn="l" defTabSz="48006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84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840105" indent="-120015" algn="l" defTabSz="48006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charset="0"/>
        <a:buChar char=""/>
        <a:defRPr sz="73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080135" indent="-120015" algn="l" defTabSz="48006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73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1320165" indent="-120015" algn="l" defTabSz="480060" rtl="0" eaLnBrk="1" latinLnBrk="0" hangingPunct="1">
        <a:lnSpc>
          <a:spcPct val="90000"/>
        </a:lnSpc>
        <a:spcBef>
          <a:spcPts val="260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560195" indent="-120015" algn="l" defTabSz="480060" rtl="0" eaLnBrk="1" latinLnBrk="0" hangingPunct="1">
        <a:lnSpc>
          <a:spcPct val="90000"/>
        </a:lnSpc>
        <a:spcBef>
          <a:spcPts val="260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indent="-120015" algn="l" defTabSz="480060" rtl="0" eaLnBrk="1" latinLnBrk="0" hangingPunct="1">
        <a:lnSpc>
          <a:spcPct val="90000"/>
        </a:lnSpc>
        <a:spcBef>
          <a:spcPts val="260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2040255" indent="-120015" algn="l" defTabSz="480060" rtl="0" eaLnBrk="1" latinLnBrk="0" hangingPunct="1">
        <a:lnSpc>
          <a:spcPct val="90000"/>
        </a:lnSpc>
        <a:spcBef>
          <a:spcPts val="260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1pPr>
      <a:lvl2pPr marL="24003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8006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20015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44018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68021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fig05_cure"/>
          <p:cNvPicPr>
            <a:picLocks noChangeAspect="1"/>
          </p:cNvPicPr>
          <p:nvPr/>
        </p:nvPicPr>
        <p:blipFill>
          <a:blip r:embed="rId1"/>
          <a:srcRect l="3537" b="37500"/>
          <a:stretch>
            <a:fillRect/>
          </a:stretch>
        </p:blipFill>
        <p:spPr>
          <a:xfrm>
            <a:off x="58420" y="20955"/>
            <a:ext cx="5455920" cy="3338830"/>
          </a:xfrm>
          <a:prstGeom prst="rect">
            <a:avLst/>
          </a:prstGeom>
        </p:spPr>
      </p:pic>
      <p:pic>
        <p:nvPicPr>
          <p:cNvPr id="6" name="图片 5" descr="fig05_cure"/>
          <p:cNvPicPr/>
          <p:nvPr/>
        </p:nvPicPr>
        <p:blipFill>
          <a:blip r:embed="rId1"/>
          <a:srcRect l="3181" t="61924"/>
          <a:stretch>
            <a:fillRect/>
          </a:stretch>
        </p:blipFill>
        <p:spPr>
          <a:xfrm>
            <a:off x="5390515" y="354330"/>
            <a:ext cx="6784975" cy="2880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XYR</cp:lastModifiedBy>
  <cp:revision>157</cp:revision>
  <dcterms:created xsi:type="dcterms:W3CDTF">2019-06-19T02:08:00Z</dcterms:created>
  <dcterms:modified xsi:type="dcterms:W3CDTF">2026-10-17T04:09:13Z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CBA39A064E7245479267A4AA01013592_11</vt:lpwstr>
  </property>
</Properties>
</file>