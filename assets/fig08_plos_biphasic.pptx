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0079990" cy="2159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5" userDrawn="1">
          <p15:clr>
            <a:srgbClr val="A4A3A4"/>
          </p15:clr>
        </p15:guide>
        <p15:guide id="2" pos="31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685"/>
        <p:guide pos="317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91246" y="288117"/>
            <a:ext cx="8102619" cy="80990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8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991246" y="1121841"/>
            <a:ext cx="8102619" cy="46393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755" spc="200"/>
            </a:lvl1pPr>
            <a:lvl2pPr marL="144145" indent="0" algn="ctr">
              <a:buNone/>
              <a:defRPr sz="630"/>
            </a:lvl2pPr>
            <a:lvl3pPr marL="287655" indent="0" algn="ctr">
              <a:buNone/>
              <a:defRPr sz="570"/>
            </a:lvl3pPr>
            <a:lvl4pPr marL="432435" indent="0" algn="ctr">
              <a:buNone/>
              <a:defRPr sz="505"/>
            </a:lvl4pPr>
            <a:lvl5pPr marL="576580" indent="0" algn="ctr">
              <a:buNone/>
              <a:defRPr sz="505"/>
            </a:lvl5pPr>
            <a:lvl6pPr marL="720090" indent="0" algn="ctr">
              <a:buNone/>
              <a:defRPr sz="505"/>
            </a:lvl6pPr>
            <a:lvl7pPr marL="864235" indent="0" algn="ctr">
              <a:buNone/>
              <a:defRPr sz="505"/>
            </a:lvl7pPr>
            <a:lvl8pPr marL="1008380" indent="0" algn="ctr">
              <a:buNone/>
              <a:defRPr sz="505"/>
            </a:lvl8pPr>
            <a:lvl9pPr marL="1152525" indent="0" algn="ctr">
              <a:buNone/>
              <a:defRPr sz="50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65" y="191700"/>
            <a:ext cx="9070051" cy="2223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3065" y="469608"/>
            <a:ext cx="9070051" cy="149957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646124" y="1212587"/>
            <a:ext cx="6423752" cy="24161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138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646124" y="1454197"/>
            <a:ext cx="6423752" cy="273371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57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44145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2pPr>
            <a:lvl3pPr marL="287655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3pPr>
            <a:lvl4pPr marL="432435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4pPr>
            <a:lvl5pPr marL="57658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5pPr>
            <a:lvl6pPr marL="72009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6pPr>
            <a:lvl7pPr marL="864235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7pPr>
            <a:lvl8pPr marL="100838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8pPr>
            <a:lvl9pPr marL="1152525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65" y="191700"/>
            <a:ext cx="9070051" cy="2223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3065" y="473011"/>
            <a:ext cx="4280517" cy="149616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301530" y="473011"/>
            <a:ext cx="4280517" cy="1496167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65" y="191700"/>
            <a:ext cx="9070051" cy="2223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3065" y="450325"/>
            <a:ext cx="4417445" cy="120238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63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44145" indent="0">
              <a:buNone/>
              <a:defRPr sz="630" b="1"/>
            </a:lvl2pPr>
            <a:lvl3pPr marL="287655" indent="0">
              <a:buNone/>
              <a:defRPr sz="570" b="1"/>
            </a:lvl3pPr>
            <a:lvl4pPr marL="432435" indent="0">
              <a:buNone/>
              <a:defRPr sz="505" b="1"/>
            </a:lvl4pPr>
            <a:lvl5pPr marL="576580" indent="0">
              <a:buNone/>
              <a:defRPr sz="505" b="1"/>
            </a:lvl5pPr>
            <a:lvl6pPr marL="720090" indent="0">
              <a:buNone/>
              <a:defRPr sz="505" b="1"/>
            </a:lvl6pPr>
            <a:lvl7pPr marL="864235" indent="0">
              <a:buNone/>
              <a:defRPr sz="505" b="1"/>
            </a:lvl7pPr>
            <a:lvl8pPr marL="1008380" indent="0">
              <a:buNone/>
              <a:defRPr sz="505" b="1"/>
            </a:lvl8pPr>
            <a:lvl9pPr marL="1152525" indent="0">
              <a:buNone/>
              <a:defRPr sz="50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3065" y="584174"/>
            <a:ext cx="4417445" cy="138500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5156126" y="447971"/>
            <a:ext cx="4417445" cy="12023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63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44145" indent="0">
              <a:buNone/>
              <a:defRPr sz="630" b="1"/>
            </a:lvl2pPr>
            <a:lvl3pPr marL="287655" indent="0">
              <a:buNone/>
              <a:defRPr sz="570" b="1"/>
            </a:lvl3pPr>
            <a:lvl4pPr marL="432435" indent="0">
              <a:buNone/>
              <a:defRPr sz="505" b="1"/>
            </a:lvl4pPr>
            <a:lvl5pPr marL="576580" indent="0">
              <a:buNone/>
              <a:defRPr sz="505" b="1"/>
            </a:lvl5pPr>
            <a:lvl6pPr marL="720090" indent="0">
              <a:buNone/>
              <a:defRPr sz="505" b="1"/>
            </a:lvl6pPr>
            <a:lvl7pPr marL="864235" indent="0">
              <a:buNone/>
              <a:defRPr sz="505" b="1"/>
            </a:lvl7pPr>
            <a:lvl8pPr marL="1008380" indent="0">
              <a:buNone/>
              <a:defRPr sz="505" b="1"/>
            </a:lvl8pPr>
            <a:lvl9pPr marL="1152525" indent="0">
              <a:buNone/>
              <a:defRPr sz="50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5156126" y="584174"/>
            <a:ext cx="4417445" cy="138500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3065" y="191700"/>
            <a:ext cx="9070051" cy="2223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03065" y="490026"/>
            <a:ext cx="4327050" cy="145192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50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250926" y="490026"/>
            <a:ext cx="4322191" cy="145192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50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8462802" y="288117"/>
            <a:ext cx="863247" cy="1584644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88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56086" y="288117"/>
            <a:ext cx="7581694" cy="1584644"/>
          </a:xfrm>
        </p:spPr>
        <p:txBody>
          <a:bodyPr vert="eaVert" lIns="46800" tIns="46800" rIns="46800" bIns="46800"/>
          <a:lstStyle>
            <a:lvl1pPr marL="72390" indent="-72390">
              <a:spcAft>
                <a:spcPts val="1000"/>
              </a:spcAft>
              <a:defRPr spc="300"/>
            </a:lvl1pPr>
            <a:lvl2pPr marL="216535" indent="-72390">
              <a:defRPr spc="300"/>
            </a:lvl2pPr>
            <a:lvl3pPr marL="360680" indent="-72390">
              <a:defRPr spc="300"/>
            </a:lvl3pPr>
            <a:lvl4pPr marL="504825" indent="-72390">
              <a:defRPr spc="300"/>
            </a:lvl4pPr>
            <a:lvl5pPr marL="648970" indent="-7239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3065" y="243879"/>
            <a:ext cx="9073028" cy="172756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91246" y="782680"/>
            <a:ext cx="8102619" cy="32101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8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991246" y="1121841"/>
            <a:ext cx="8102619" cy="148596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75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03065" y="191700"/>
            <a:ext cx="9070051" cy="222327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03065" y="469608"/>
            <a:ext cx="9070051" cy="149957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06042" y="1989595"/>
            <a:ext cx="2232536" cy="998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403378" y="1989595"/>
            <a:ext cx="3274387" cy="998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7340580" y="1989595"/>
            <a:ext cx="2232536" cy="998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87655" rtl="0" eaLnBrk="1" fontAlgn="auto" latinLnBrk="0" hangingPunct="1">
        <a:lnSpc>
          <a:spcPct val="100000"/>
        </a:lnSpc>
        <a:spcBef>
          <a:spcPct val="0"/>
        </a:spcBef>
        <a:buNone/>
        <a:defRPr sz="113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72390" indent="-72390" algn="l" defTabSz="28765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57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216535" indent="-72390" algn="l" defTabSz="28765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508000" algn="l"/>
          <a:tab pos="508000" algn="l"/>
          <a:tab pos="508000" algn="l"/>
          <a:tab pos="508000" algn="l"/>
        </a:tabLst>
        <a:defRPr sz="5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360680" indent="-72390" algn="l" defTabSz="28765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5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504825" indent="-72390" algn="l" defTabSz="28765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4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648970" indent="-72390" algn="l" defTabSz="28765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4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792480" indent="-72390" algn="l" defTabSz="287655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6pPr>
      <a:lvl7pPr marL="936625" indent="-72390" algn="l" defTabSz="287655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7pPr>
      <a:lvl8pPr marL="1081405" indent="-72390" algn="l" defTabSz="287655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8pPr>
      <a:lvl9pPr marL="1224915" indent="-72390" algn="l" defTabSz="287655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87655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1pPr>
      <a:lvl2pPr marL="144145" algn="l" defTabSz="287655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2pPr>
      <a:lvl3pPr marL="287655" algn="l" defTabSz="287655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3pPr>
      <a:lvl4pPr marL="432435" algn="l" defTabSz="287655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4pPr>
      <a:lvl5pPr marL="576580" algn="l" defTabSz="287655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7655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6pPr>
      <a:lvl7pPr marL="864235" algn="l" defTabSz="287655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7pPr>
      <a:lvl8pPr marL="1008380" algn="l" defTabSz="287655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8pPr>
      <a:lvl9pPr marL="1152525" algn="l" defTabSz="287655" rtl="0" eaLnBrk="1" latinLnBrk="0" hangingPunct="1">
        <a:defRPr sz="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fig08_plos_biphasic"/>
          <p:cNvPicPr>
            <a:picLocks noChangeAspect="1"/>
          </p:cNvPicPr>
          <p:nvPr/>
        </p:nvPicPr>
        <p:blipFill>
          <a:blip r:embed="rId1"/>
          <a:srcRect b="49031"/>
          <a:stretch>
            <a:fillRect/>
          </a:stretch>
        </p:blipFill>
        <p:spPr>
          <a:xfrm>
            <a:off x="190500" y="173355"/>
            <a:ext cx="4826000" cy="1903095"/>
          </a:xfrm>
          <a:prstGeom prst="rect">
            <a:avLst/>
          </a:prstGeom>
        </p:spPr>
      </p:pic>
      <p:pic>
        <p:nvPicPr>
          <p:cNvPr id="15" name="图片 14" descr="fig08_plos_biphasic"/>
          <p:cNvPicPr>
            <a:picLocks noChangeAspect="1"/>
          </p:cNvPicPr>
          <p:nvPr/>
        </p:nvPicPr>
        <p:blipFill>
          <a:blip r:embed="rId1"/>
          <a:srcRect t="52177"/>
          <a:stretch>
            <a:fillRect/>
          </a:stretch>
        </p:blipFill>
        <p:spPr>
          <a:xfrm>
            <a:off x="4998085" y="245110"/>
            <a:ext cx="4826000" cy="17856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XYR</cp:lastModifiedBy>
  <cp:revision>157</cp:revision>
  <dcterms:created xsi:type="dcterms:W3CDTF">2019-06-19T02:08:00Z</dcterms:created>
  <dcterms:modified xsi:type="dcterms:W3CDTF">2026-10-17T05:33:44Z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71C68DC084A247F184037F7FD2208069_11</vt:lpwstr>
  </property>
</Properties>
</file>