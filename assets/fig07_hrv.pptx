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239625" cy="359981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134"/>
        <p:guide pos="385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203520" y="480000"/>
            <a:ext cx="9837779" cy="134929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315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203520" y="1868976"/>
            <a:ext cx="9837779" cy="77291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260" spc="20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0795" y="319370"/>
            <a:ext cx="11012385" cy="37039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10795" y="782362"/>
            <a:ext cx="11012385" cy="249826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8638" y="2020158"/>
            <a:ext cx="7799386" cy="40252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231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8638" y="2422677"/>
            <a:ext cx="7799386" cy="45543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9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4003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0795" y="319370"/>
            <a:ext cx="11012385" cy="37039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10795" y="788032"/>
            <a:ext cx="5197181" cy="249259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36842" y="788032"/>
            <a:ext cx="5197181" cy="249259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0795" y="319370"/>
            <a:ext cx="11012385" cy="37039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10795" y="750236"/>
            <a:ext cx="5363433" cy="20031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0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0795" y="973228"/>
            <a:ext cx="5363433" cy="230740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60300" y="746314"/>
            <a:ext cx="5363433" cy="20031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0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60300" y="973228"/>
            <a:ext cx="5363433" cy="230740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0795" y="319370"/>
            <a:ext cx="11012385" cy="37039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10795" y="816378"/>
            <a:ext cx="5253679" cy="241889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84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75401" y="816378"/>
            <a:ext cx="5247779" cy="241889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84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75094" y="480000"/>
            <a:ext cx="1048110" cy="2640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147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8000" y="480000"/>
            <a:ext cx="9205299" cy="2640000"/>
          </a:xfrm>
        </p:spPr>
        <p:txBody>
          <a:bodyPr vert="eaVert" lIns="46800" tIns="46800" rIns="46800" bIns="46800"/>
          <a:lstStyle>
            <a:lvl1pPr marL="120015" indent="-120015">
              <a:spcAft>
                <a:spcPts val="1000"/>
              </a:spcAft>
              <a:defRPr spc="300"/>
            </a:lvl1pPr>
            <a:lvl2pPr marL="360045" indent="-120015">
              <a:defRPr spc="300"/>
            </a:lvl2pPr>
            <a:lvl3pPr marL="600075" indent="-120015">
              <a:defRPr spc="300"/>
            </a:lvl3pPr>
            <a:lvl4pPr marL="840105" indent="-120015">
              <a:defRPr spc="300"/>
            </a:lvl4pPr>
            <a:lvl5pPr marL="1080135" indent="-1200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10795" y="406299"/>
            <a:ext cx="11016000" cy="287811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03520" y="1303937"/>
            <a:ext cx="9837779" cy="5348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15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203520" y="1868976"/>
            <a:ext cx="9837779" cy="247559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26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10795" y="319370"/>
            <a:ext cx="11012385" cy="37039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10795" y="782362"/>
            <a:ext cx="11012385" cy="249826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4409" y="3314646"/>
            <a:ext cx="2710630" cy="166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5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32205" y="3314646"/>
            <a:ext cx="3975590" cy="166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912551" y="3314646"/>
            <a:ext cx="2710630" cy="166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5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80060" rtl="0" eaLnBrk="1" fontAlgn="auto" latinLnBrk="0" hangingPunct="1">
        <a:lnSpc>
          <a:spcPct val="100000"/>
        </a:lnSpc>
        <a:spcBef>
          <a:spcPct val="0"/>
        </a:spcBef>
        <a:buNone/>
        <a:defRPr sz="189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9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360045" indent="-120015" algn="l" defTabSz="48006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845185" algn="l"/>
          <a:tab pos="845185" algn="l"/>
          <a:tab pos="845185" algn="l"/>
          <a:tab pos="845185" algn="l"/>
        </a:tabLst>
        <a:defRPr sz="8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600075" indent="-120015" algn="l" defTabSz="48006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8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840105" indent="-120015" algn="l" defTabSz="48006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7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080135" indent="-120015" algn="l" defTabSz="48006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7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fig07_hrv_lasso"/>
          <p:cNvPicPr>
            <a:picLocks noChangeAspect="1"/>
          </p:cNvPicPr>
          <p:nvPr/>
        </p:nvPicPr>
        <p:blipFill>
          <a:blip r:embed="rId1"/>
          <a:srcRect l="4170" t="3988" r="1443" b="23113"/>
          <a:stretch>
            <a:fillRect/>
          </a:stretch>
        </p:blipFill>
        <p:spPr>
          <a:xfrm>
            <a:off x="40640" y="12065"/>
            <a:ext cx="7577951" cy="3600000"/>
          </a:xfrm>
          <a:prstGeom prst="rect">
            <a:avLst/>
          </a:prstGeom>
        </p:spPr>
      </p:pic>
      <p:pic>
        <p:nvPicPr>
          <p:cNvPr id="7" name="图片 6" descr="fig07_hrv_lasso"/>
          <p:cNvPicPr>
            <a:picLocks noChangeAspect="1"/>
          </p:cNvPicPr>
          <p:nvPr/>
        </p:nvPicPr>
        <p:blipFill>
          <a:blip r:embed="rId1"/>
          <a:srcRect l="6660" t="80276" r="42519" b="92"/>
          <a:stretch>
            <a:fillRect/>
          </a:stretch>
        </p:blipFill>
        <p:spPr>
          <a:xfrm>
            <a:off x="7610475" y="1219835"/>
            <a:ext cx="4545281" cy="108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XYR</cp:lastModifiedBy>
  <cp:revision>157</cp:revision>
  <dcterms:created xsi:type="dcterms:W3CDTF">2019-06-19T02:08:00Z</dcterms:created>
  <dcterms:modified xsi:type="dcterms:W3CDTF">2026-10-17T05:18:37Z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BAAA7116EA5D4BD399DFACEA1460661F_11</vt:lpwstr>
  </property>
</Properties>
</file>