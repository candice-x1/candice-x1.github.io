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919720" cy="29514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0" userDrawn="1">
          <p15:clr>
            <a:srgbClr val="A4A3A4"/>
          </p15:clr>
        </p15:guide>
        <p15:guide id="2" pos="24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930"/>
        <p:guide pos="24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78773" y="393658"/>
            <a:ext cx="6365823" cy="110658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258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78773" y="1532786"/>
            <a:ext cx="6365823" cy="63388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035" spc="200"/>
            </a:lvl1pPr>
            <a:lvl2pPr marL="196850" indent="0" algn="ctr">
              <a:buNone/>
              <a:defRPr sz="860"/>
            </a:lvl2pPr>
            <a:lvl3pPr marL="393700" indent="0" algn="ctr">
              <a:buNone/>
              <a:defRPr sz="775"/>
            </a:lvl3pPr>
            <a:lvl4pPr marL="590550" indent="0" algn="ctr">
              <a:buNone/>
              <a:defRPr sz="685"/>
            </a:lvl4pPr>
            <a:lvl5pPr marL="787400" indent="0" algn="ctr">
              <a:buNone/>
              <a:defRPr sz="685"/>
            </a:lvl5pPr>
            <a:lvl6pPr marL="984250" indent="0" algn="ctr">
              <a:buNone/>
              <a:defRPr sz="685"/>
            </a:lvl6pPr>
            <a:lvl7pPr marL="1181100" indent="0" algn="ctr">
              <a:buNone/>
              <a:defRPr sz="685"/>
            </a:lvl7pPr>
            <a:lvl8pPr marL="1377950" indent="0" algn="ctr">
              <a:buNone/>
              <a:defRPr sz="685"/>
            </a:lvl8pPr>
            <a:lvl9pPr marL="1574800" indent="0" algn="ctr">
              <a:buNone/>
              <a:defRPr sz="68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5233" y="261922"/>
            <a:ext cx="7125887" cy="3037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95233" y="641631"/>
            <a:ext cx="7125887" cy="204888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93277" y="1656773"/>
            <a:ext cx="5046821" cy="33011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8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93277" y="1986887"/>
            <a:ext cx="5046821" cy="37351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7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9685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2pPr>
            <a:lvl3pPr marL="39370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3pPr>
            <a:lvl4pPr marL="59055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4pPr>
            <a:lvl5pPr marL="78740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5pPr>
            <a:lvl6pPr marL="98425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6pPr>
            <a:lvl7pPr marL="118110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7pPr>
            <a:lvl8pPr marL="137795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8pPr>
            <a:lvl9pPr marL="157480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5233" y="261922"/>
            <a:ext cx="7125887" cy="3037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95233" y="646281"/>
            <a:ext cx="3362988" cy="2044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165147" y="646281"/>
            <a:ext cx="3362988" cy="2044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5233" y="261922"/>
            <a:ext cx="7125887" cy="3037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95233" y="615284"/>
            <a:ext cx="3470566" cy="164282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86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6850" indent="0">
              <a:buNone/>
              <a:defRPr sz="860" b="1"/>
            </a:lvl2pPr>
            <a:lvl3pPr marL="393700" indent="0">
              <a:buNone/>
              <a:defRPr sz="775" b="1"/>
            </a:lvl3pPr>
            <a:lvl4pPr marL="590550" indent="0">
              <a:buNone/>
              <a:defRPr sz="685" b="1"/>
            </a:lvl4pPr>
            <a:lvl5pPr marL="787400" indent="0">
              <a:buNone/>
              <a:defRPr sz="685" b="1"/>
            </a:lvl5pPr>
            <a:lvl6pPr marL="984250" indent="0">
              <a:buNone/>
              <a:defRPr sz="685" b="1"/>
            </a:lvl6pPr>
            <a:lvl7pPr marL="1181100" indent="0">
              <a:buNone/>
              <a:defRPr sz="685" b="1"/>
            </a:lvl7pPr>
            <a:lvl8pPr marL="1377950" indent="0">
              <a:buNone/>
              <a:defRPr sz="685" b="1"/>
            </a:lvl8pPr>
            <a:lvl9pPr marL="1574800" indent="0">
              <a:buNone/>
              <a:defRPr sz="68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95233" y="798164"/>
            <a:ext cx="3470566" cy="189234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050911" y="612068"/>
            <a:ext cx="3470566" cy="164282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86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6850" indent="0">
              <a:buNone/>
              <a:defRPr sz="860" b="1"/>
            </a:lvl2pPr>
            <a:lvl3pPr marL="393700" indent="0">
              <a:buNone/>
              <a:defRPr sz="775" b="1"/>
            </a:lvl3pPr>
            <a:lvl4pPr marL="590550" indent="0">
              <a:buNone/>
              <a:defRPr sz="685" b="1"/>
            </a:lvl4pPr>
            <a:lvl5pPr marL="787400" indent="0">
              <a:buNone/>
              <a:defRPr sz="685" b="1"/>
            </a:lvl5pPr>
            <a:lvl6pPr marL="984250" indent="0">
              <a:buNone/>
              <a:defRPr sz="685" b="1"/>
            </a:lvl6pPr>
            <a:lvl7pPr marL="1181100" indent="0">
              <a:buNone/>
              <a:defRPr sz="685" b="1"/>
            </a:lvl7pPr>
            <a:lvl8pPr marL="1377950" indent="0">
              <a:buNone/>
              <a:defRPr sz="685" b="1"/>
            </a:lvl8pPr>
            <a:lvl9pPr marL="1574800" indent="0">
              <a:buNone/>
              <a:defRPr sz="68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050911" y="798164"/>
            <a:ext cx="3470566" cy="189234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5233" y="261922"/>
            <a:ext cx="7125887" cy="3037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95233" y="669528"/>
            <a:ext cx="3399547" cy="198378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68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125390" y="669528"/>
            <a:ext cx="3395729" cy="198378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68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6648801" y="393658"/>
            <a:ext cx="678210" cy="2165118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2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94019" y="393658"/>
            <a:ext cx="5956558" cy="2165118"/>
          </a:xfrm>
        </p:spPr>
        <p:txBody>
          <a:bodyPr vert="eaVert" lIns="46800" tIns="46800" rIns="46800" bIns="46800"/>
          <a:lstStyle>
            <a:lvl1pPr marL="98425" indent="-98425">
              <a:spcAft>
                <a:spcPts val="1000"/>
              </a:spcAft>
              <a:defRPr spc="300"/>
            </a:lvl1pPr>
            <a:lvl2pPr marL="295275" indent="-98425">
              <a:defRPr spc="300"/>
            </a:lvl2pPr>
            <a:lvl3pPr marL="492125" indent="-98425">
              <a:defRPr spc="300"/>
            </a:lvl3pPr>
            <a:lvl4pPr marL="688975" indent="-98425">
              <a:defRPr spc="300"/>
            </a:lvl4pPr>
            <a:lvl5pPr marL="885825" indent="-9842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95233" y="333214"/>
            <a:ext cx="7128225" cy="236039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78773" y="1069385"/>
            <a:ext cx="6365823" cy="4386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25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778773" y="1532786"/>
            <a:ext cx="6365823" cy="20302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03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95233" y="261922"/>
            <a:ext cx="7125887" cy="30376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95233" y="641631"/>
            <a:ext cx="7125887" cy="204888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97572" y="2718409"/>
            <a:ext cx="1753992" cy="136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4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673864" y="2718409"/>
            <a:ext cx="2572522" cy="136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5767127" y="2718409"/>
            <a:ext cx="1753992" cy="136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4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93700" rtl="0" eaLnBrk="1" fontAlgn="auto" latinLnBrk="0" hangingPunct="1">
        <a:lnSpc>
          <a:spcPct val="100000"/>
        </a:lnSpc>
        <a:spcBef>
          <a:spcPct val="0"/>
        </a:spcBef>
        <a:buNone/>
        <a:defRPr sz="155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98425" indent="-98425" algn="l" defTabSz="3937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7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95275" indent="-98425" algn="l" defTabSz="3937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693420" algn="l"/>
          <a:tab pos="693420" algn="l"/>
          <a:tab pos="693420" algn="l"/>
          <a:tab pos="693420" algn="l"/>
        </a:tabLst>
        <a:defRPr sz="6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492125" indent="-98425" algn="l" defTabSz="3937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6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688975" indent="-98425" algn="l" defTabSz="3937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6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885825" indent="-98425" algn="l" defTabSz="3937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6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082675" indent="-98425" algn="l" defTabSz="393700" rtl="0" eaLnBrk="1" latinLnBrk="0" hangingPunct="1">
        <a:lnSpc>
          <a:spcPct val="90000"/>
        </a:lnSpc>
        <a:spcBef>
          <a:spcPct val="43000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279525" indent="-98425" algn="l" defTabSz="393700" rtl="0" eaLnBrk="1" latinLnBrk="0" hangingPunct="1">
        <a:lnSpc>
          <a:spcPct val="90000"/>
        </a:lnSpc>
        <a:spcBef>
          <a:spcPct val="43000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476375" indent="-98425" algn="l" defTabSz="393700" rtl="0" eaLnBrk="1" latinLnBrk="0" hangingPunct="1">
        <a:lnSpc>
          <a:spcPct val="90000"/>
        </a:lnSpc>
        <a:spcBef>
          <a:spcPct val="43000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673860" indent="-98425" algn="l" defTabSz="393700" rtl="0" eaLnBrk="1" latinLnBrk="0" hangingPunct="1">
        <a:lnSpc>
          <a:spcPct val="90000"/>
        </a:lnSpc>
        <a:spcBef>
          <a:spcPct val="43000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1pPr>
      <a:lvl2pPr marL="19685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2pPr>
      <a:lvl3pPr marL="39370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3pPr>
      <a:lvl4pPr marL="59055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4pPr>
      <a:lvl5pPr marL="78740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5pPr>
      <a:lvl6pPr marL="98425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18110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37795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574800" algn="l" defTabSz="393700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ig09_circres_model"/>
          <p:cNvPicPr>
            <a:picLocks noChangeAspect="1"/>
          </p:cNvPicPr>
          <p:nvPr/>
        </p:nvPicPr>
        <p:blipFill>
          <a:blip r:embed="rId1"/>
          <a:srcRect t="51698"/>
          <a:stretch>
            <a:fillRect/>
          </a:stretch>
        </p:blipFill>
        <p:spPr>
          <a:xfrm>
            <a:off x="3871595" y="91440"/>
            <a:ext cx="3968750" cy="2745105"/>
          </a:xfrm>
          <a:prstGeom prst="rect">
            <a:avLst/>
          </a:prstGeom>
        </p:spPr>
      </p:pic>
      <p:pic>
        <p:nvPicPr>
          <p:cNvPr id="7" name="图片 6" descr="fig09_circres_model"/>
          <p:cNvPicPr>
            <a:picLocks noChangeAspect="1"/>
          </p:cNvPicPr>
          <p:nvPr/>
        </p:nvPicPr>
        <p:blipFill>
          <a:blip r:embed="rId1"/>
          <a:srcRect r="2000" b="49106"/>
          <a:stretch>
            <a:fillRect/>
          </a:stretch>
        </p:blipFill>
        <p:spPr>
          <a:xfrm>
            <a:off x="37465" y="17780"/>
            <a:ext cx="3889375" cy="2892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XYR</cp:lastModifiedBy>
  <cp:revision>157</cp:revision>
  <dcterms:created xsi:type="dcterms:W3CDTF">2019-06-19T02:08:00Z</dcterms:created>
  <dcterms:modified xsi:type="dcterms:W3CDTF">2026-10-17T05:28:25Z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4C0CA43DF1934D768DB850348972C416_11</vt:lpwstr>
  </property>
</Properties>
</file>