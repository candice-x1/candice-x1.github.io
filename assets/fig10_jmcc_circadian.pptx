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8279765" cy="215963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80" userDrawn="1">
          <p15:clr>
            <a:srgbClr val="A4A3A4"/>
          </p15:clr>
        </p15:guide>
        <p15:guide id="2" pos="26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680"/>
        <p:guide pos="260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814146" y="288049"/>
            <a:ext cx="6654975" cy="809712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189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814146" y="1121575"/>
            <a:ext cx="6654975" cy="463826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755" spc="200"/>
            </a:lvl1pPr>
            <a:lvl2pPr marL="144145" indent="0" algn="ctr">
              <a:buNone/>
              <a:defRPr sz="630"/>
            </a:lvl2pPr>
            <a:lvl3pPr marL="288290" indent="0" algn="ctr">
              <a:buNone/>
              <a:defRPr sz="565"/>
            </a:lvl3pPr>
            <a:lvl4pPr marL="431800" indent="0" algn="ctr">
              <a:buNone/>
              <a:defRPr sz="505"/>
            </a:lvl4pPr>
            <a:lvl5pPr marL="575945" indent="0" algn="ctr">
              <a:buNone/>
              <a:defRPr sz="505"/>
            </a:lvl5pPr>
            <a:lvl6pPr marL="720090" indent="0" algn="ctr">
              <a:buNone/>
              <a:defRPr sz="505"/>
            </a:lvl6pPr>
            <a:lvl7pPr marL="864235" indent="0" algn="ctr">
              <a:buNone/>
              <a:defRPr sz="505"/>
            </a:lvl7pPr>
            <a:lvl8pPr marL="1007745" indent="0" algn="ctr">
              <a:buNone/>
              <a:defRPr sz="505"/>
            </a:lvl8pPr>
            <a:lvl9pPr marL="1151890" indent="0" algn="ctr">
              <a:buNone/>
              <a:defRPr sz="505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13185" y="191654"/>
            <a:ext cx="7449562" cy="22227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13185" y="469497"/>
            <a:ext cx="7449562" cy="1499214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352021" y="1212299"/>
            <a:ext cx="5276060" cy="241553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1385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352021" y="1453852"/>
            <a:ext cx="5276060" cy="273306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56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144145" indent="0">
              <a:buNone/>
              <a:defRPr sz="505">
                <a:solidFill>
                  <a:schemeClr val="tx1">
                    <a:tint val="75000"/>
                  </a:schemeClr>
                </a:solidFill>
              </a:defRPr>
            </a:lvl2pPr>
            <a:lvl3pPr marL="288290" indent="0">
              <a:buNone/>
              <a:defRPr sz="505">
                <a:solidFill>
                  <a:schemeClr val="tx1">
                    <a:tint val="75000"/>
                  </a:schemeClr>
                </a:solidFill>
              </a:defRPr>
            </a:lvl3pPr>
            <a:lvl4pPr marL="431800" indent="0">
              <a:buNone/>
              <a:defRPr sz="505">
                <a:solidFill>
                  <a:schemeClr val="tx1">
                    <a:tint val="75000"/>
                  </a:schemeClr>
                </a:solidFill>
              </a:defRPr>
            </a:lvl4pPr>
            <a:lvl5pPr marL="575945" indent="0">
              <a:buNone/>
              <a:defRPr sz="505">
                <a:solidFill>
                  <a:schemeClr val="tx1">
                    <a:tint val="75000"/>
                  </a:schemeClr>
                </a:solidFill>
              </a:defRPr>
            </a:lvl5pPr>
            <a:lvl6pPr marL="720090" indent="0">
              <a:buNone/>
              <a:defRPr sz="505">
                <a:solidFill>
                  <a:schemeClr val="tx1">
                    <a:tint val="75000"/>
                  </a:schemeClr>
                </a:solidFill>
              </a:defRPr>
            </a:lvl6pPr>
            <a:lvl7pPr marL="864235" indent="0">
              <a:buNone/>
              <a:defRPr sz="505">
                <a:solidFill>
                  <a:schemeClr val="tx1">
                    <a:tint val="75000"/>
                  </a:schemeClr>
                </a:solidFill>
              </a:defRPr>
            </a:lvl7pPr>
            <a:lvl8pPr marL="1007745" indent="0">
              <a:buNone/>
              <a:defRPr sz="505">
                <a:solidFill>
                  <a:schemeClr val="tx1">
                    <a:tint val="75000"/>
                  </a:schemeClr>
                </a:solidFill>
              </a:defRPr>
            </a:lvl8pPr>
            <a:lvl9pPr marL="1151890" indent="0">
              <a:buNone/>
              <a:defRPr sz="50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13185" y="191654"/>
            <a:ext cx="7449562" cy="22227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413185" y="472899"/>
            <a:ext cx="3515744" cy="1495812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354339" y="472899"/>
            <a:ext cx="3515744" cy="1495812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13185" y="191654"/>
            <a:ext cx="7449562" cy="22227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413185" y="450218"/>
            <a:ext cx="3628208" cy="120209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63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144145" indent="0">
              <a:buNone/>
              <a:defRPr sz="630" b="1"/>
            </a:lvl2pPr>
            <a:lvl3pPr marL="288290" indent="0">
              <a:buNone/>
              <a:defRPr sz="565" b="1"/>
            </a:lvl3pPr>
            <a:lvl4pPr marL="431800" indent="0">
              <a:buNone/>
              <a:defRPr sz="505" b="1"/>
            </a:lvl4pPr>
            <a:lvl5pPr marL="575945" indent="0">
              <a:buNone/>
              <a:defRPr sz="505" b="1"/>
            </a:lvl5pPr>
            <a:lvl6pPr marL="720090" indent="0">
              <a:buNone/>
              <a:defRPr sz="505" b="1"/>
            </a:lvl6pPr>
            <a:lvl7pPr marL="864235" indent="0">
              <a:buNone/>
              <a:defRPr sz="505" b="1"/>
            </a:lvl7pPr>
            <a:lvl8pPr marL="1007745" indent="0">
              <a:buNone/>
              <a:defRPr sz="505" b="1"/>
            </a:lvl8pPr>
            <a:lvl9pPr marL="1151890" indent="0">
              <a:buNone/>
              <a:defRPr sz="505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13185" y="584036"/>
            <a:ext cx="3628208" cy="1384675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4234913" y="447864"/>
            <a:ext cx="3628208" cy="120209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63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144145" indent="0">
              <a:buNone/>
              <a:defRPr sz="630" b="1"/>
            </a:lvl2pPr>
            <a:lvl3pPr marL="288290" indent="0">
              <a:buNone/>
              <a:defRPr sz="565" b="1"/>
            </a:lvl3pPr>
            <a:lvl4pPr marL="431800" indent="0">
              <a:buNone/>
              <a:defRPr sz="505" b="1"/>
            </a:lvl4pPr>
            <a:lvl5pPr marL="575945" indent="0">
              <a:buNone/>
              <a:defRPr sz="505" b="1"/>
            </a:lvl5pPr>
            <a:lvl6pPr marL="720090" indent="0">
              <a:buNone/>
              <a:defRPr sz="505" b="1"/>
            </a:lvl6pPr>
            <a:lvl7pPr marL="864235" indent="0">
              <a:buNone/>
              <a:defRPr sz="505" b="1"/>
            </a:lvl7pPr>
            <a:lvl8pPr marL="1007745" indent="0">
              <a:buNone/>
              <a:defRPr sz="505" b="1"/>
            </a:lvl8pPr>
            <a:lvl9pPr marL="1151890" indent="0">
              <a:buNone/>
              <a:defRPr sz="505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234913" y="584036"/>
            <a:ext cx="3628208" cy="1384675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13185" y="191654"/>
            <a:ext cx="7449562" cy="22227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413185" y="489910"/>
            <a:ext cx="3553963" cy="1451584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505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4312776" y="489910"/>
            <a:ext cx="3549972" cy="1451584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505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6950806" y="288049"/>
            <a:ext cx="709016" cy="1584268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88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21001" y="288049"/>
            <a:ext cx="6227120" cy="1584268"/>
          </a:xfrm>
        </p:spPr>
        <p:txBody>
          <a:bodyPr vert="eaVert" lIns="46800" tIns="46800" rIns="46800" bIns="46800"/>
          <a:lstStyle>
            <a:lvl1pPr marL="71755" indent="-71755">
              <a:spcAft>
                <a:spcPts val="1000"/>
              </a:spcAft>
              <a:defRPr spc="300"/>
            </a:lvl1pPr>
            <a:lvl2pPr marL="215900" indent="-71755">
              <a:defRPr spc="300"/>
            </a:lvl2pPr>
            <a:lvl3pPr marL="360045" indent="-71755">
              <a:defRPr spc="300"/>
            </a:lvl3pPr>
            <a:lvl4pPr marL="504190" indent="-71755">
              <a:defRPr spc="300"/>
            </a:lvl4pPr>
            <a:lvl5pPr marL="647700" indent="-71755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413185" y="243821"/>
            <a:ext cx="7452007" cy="172715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814146" y="782494"/>
            <a:ext cx="6654975" cy="320936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189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814146" y="1121575"/>
            <a:ext cx="6654975" cy="148561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755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413185" y="191654"/>
            <a:ext cx="7449562" cy="222274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413185" y="469497"/>
            <a:ext cx="7449562" cy="1499214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415630" y="1989123"/>
            <a:ext cx="1833663" cy="997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31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2795318" y="1989123"/>
            <a:ext cx="2689373" cy="997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31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6029085" y="1989123"/>
            <a:ext cx="1833663" cy="997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31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288290" rtl="0" eaLnBrk="1" fontAlgn="auto" latinLnBrk="0" hangingPunct="1">
        <a:lnSpc>
          <a:spcPct val="100000"/>
        </a:lnSpc>
        <a:spcBef>
          <a:spcPct val="0"/>
        </a:spcBef>
        <a:buNone/>
        <a:defRPr sz="1135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71755" indent="-71755" algn="l" defTabSz="28829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sz="56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215900" indent="-71755" algn="l" defTabSz="28829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506730" algn="l"/>
          <a:tab pos="506730" algn="l"/>
          <a:tab pos="506730" algn="l"/>
          <a:tab pos="506730" algn="l"/>
        </a:tabLst>
        <a:defRPr sz="50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360045" indent="-71755" algn="l" defTabSz="28829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defRPr sz="50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504190" indent="-71755" algn="l" defTabSz="28829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 charset="0"/>
        <a:buChar char=""/>
        <a:defRPr sz="44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647700" indent="-71755" algn="l" defTabSz="28829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defRPr sz="44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791845" indent="-71755" algn="l" defTabSz="288290" rtl="0" eaLnBrk="1" latinLnBrk="0" hangingPunct="1">
        <a:lnSpc>
          <a:spcPct val="90000"/>
        </a:lnSpc>
        <a:spcBef>
          <a:spcPts val="155"/>
        </a:spcBef>
        <a:buFont typeface="Arial" panose="020B0604020202020204" pitchFamily="34" charset="0"/>
        <a:buChar char="•"/>
        <a:defRPr sz="565" kern="1200">
          <a:solidFill>
            <a:schemeClr val="tx1"/>
          </a:solidFill>
          <a:latin typeface="+mn-lt"/>
          <a:ea typeface="+mn-ea"/>
          <a:cs typeface="+mn-cs"/>
        </a:defRPr>
      </a:lvl6pPr>
      <a:lvl7pPr marL="935990" indent="-71755" algn="l" defTabSz="288290" rtl="0" eaLnBrk="1" latinLnBrk="0" hangingPunct="1">
        <a:lnSpc>
          <a:spcPct val="90000"/>
        </a:lnSpc>
        <a:spcBef>
          <a:spcPts val="155"/>
        </a:spcBef>
        <a:buFont typeface="Arial" panose="020B0604020202020204" pitchFamily="34" charset="0"/>
        <a:buChar char="•"/>
        <a:defRPr sz="565" kern="1200">
          <a:solidFill>
            <a:schemeClr val="tx1"/>
          </a:solidFill>
          <a:latin typeface="+mn-lt"/>
          <a:ea typeface="+mn-ea"/>
          <a:cs typeface="+mn-cs"/>
        </a:defRPr>
      </a:lvl7pPr>
      <a:lvl8pPr marL="1080135" indent="-71755" algn="l" defTabSz="288290" rtl="0" eaLnBrk="1" latinLnBrk="0" hangingPunct="1">
        <a:lnSpc>
          <a:spcPct val="90000"/>
        </a:lnSpc>
        <a:spcBef>
          <a:spcPts val="155"/>
        </a:spcBef>
        <a:buFont typeface="Arial" panose="020B0604020202020204" pitchFamily="34" charset="0"/>
        <a:buChar char="•"/>
        <a:defRPr sz="565" kern="1200">
          <a:solidFill>
            <a:schemeClr val="tx1"/>
          </a:solidFill>
          <a:latin typeface="+mn-lt"/>
          <a:ea typeface="+mn-ea"/>
          <a:cs typeface="+mn-cs"/>
        </a:defRPr>
      </a:lvl8pPr>
      <a:lvl9pPr marL="1224280" indent="-71755" algn="l" defTabSz="288290" rtl="0" eaLnBrk="1" latinLnBrk="0" hangingPunct="1">
        <a:lnSpc>
          <a:spcPct val="90000"/>
        </a:lnSpc>
        <a:spcBef>
          <a:spcPts val="155"/>
        </a:spcBef>
        <a:buFont typeface="Arial" panose="020B0604020202020204" pitchFamily="34" charset="0"/>
        <a:buChar char="•"/>
        <a:defRPr sz="5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288290" rtl="0" eaLnBrk="1" latinLnBrk="0" hangingPunct="1">
        <a:defRPr sz="565" kern="1200">
          <a:solidFill>
            <a:schemeClr val="tx1"/>
          </a:solidFill>
          <a:latin typeface="+mn-lt"/>
          <a:ea typeface="+mn-ea"/>
          <a:cs typeface="+mn-cs"/>
        </a:defRPr>
      </a:lvl1pPr>
      <a:lvl2pPr marL="144145" algn="l" defTabSz="288290" rtl="0" eaLnBrk="1" latinLnBrk="0" hangingPunct="1">
        <a:defRPr sz="565" kern="1200">
          <a:solidFill>
            <a:schemeClr val="tx1"/>
          </a:solidFill>
          <a:latin typeface="+mn-lt"/>
          <a:ea typeface="+mn-ea"/>
          <a:cs typeface="+mn-cs"/>
        </a:defRPr>
      </a:lvl2pPr>
      <a:lvl3pPr marL="288290" algn="l" defTabSz="288290" rtl="0" eaLnBrk="1" latinLnBrk="0" hangingPunct="1">
        <a:defRPr sz="565" kern="1200">
          <a:solidFill>
            <a:schemeClr val="tx1"/>
          </a:solidFill>
          <a:latin typeface="+mn-lt"/>
          <a:ea typeface="+mn-ea"/>
          <a:cs typeface="+mn-cs"/>
        </a:defRPr>
      </a:lvl3pPr>
      <a:lvl4pPr marL="431800" algn="l" defTabSz="288290" rtl="0" eaLnBrk="1" latinLnBrk="0" hangingPunct="1">
        <a:defRPr sz="565" kern="1200">
          <a:solidFill>
            <a:schemeClr val="tx1"/>
          </a:solidFill>
          <a:latin typeface="+mn-lt"/>
          <a:ea typeface="+mn-ea"/>
          <a:cs typeface="+mn-cs"/>
        </a:defRPr>
      </a:lvl4pPr>
      <a:lvl5pPr marL="575945" algn="l" defTabSz="288290" rtl="0" eaLnBrk="1" latinLnBrk="0" hangingPunct="1">
        <a:defRPr sz="565" kern="1200">
          <a:solidFill>
            <a:schemeClr val="tx1"/>
          </a:solidFill>
          <a:latin typeface="+mn-lt"/>
          <a:ea typeface="+mn-ea"/>
          <a:cs typeface="+mn-cs"/>
        </a:defRPr>
      </a:lvl5pPr>
      <a:lvl6pPr marL="720090" algn="l" defTabSz="288290" rtl="0" eaLnBrk="1" latinLnBrk="0" hangingPunct="1">
        <a:defRPr sz="565" kern="1200">
          <a:solidFill>
            <a:schemeClr val="tx1"/>
          </a:solidFill>
          <a:latin typeface="+mn-lt"/>
          <a:ea typeface="+mn-ea"/>
          <a:cs typeface="+mn-cs"/>
        </a:defRPr>
      </a:lvl6pPr>
      <a:lvl7pPr marL="864235" algn="l" defTabSz="288290" rtl="0" eaLnBrk="1" latinLnBrk="0" hangingPunct="1">
        <a:defRPr sz="565" kern="1200">
          <a:solidFill>
            <a:schemeClr val="tx1"/>
          </a:solidFill>
          <a:latin typeface="+mn-lt"/>
          <a:ea typeface="+mn-ea"/>
          <a:cs typeface="+mn-cs"/>
        </a:defRPr>
      </a:lvl7pPr>
      <a:lvl8pPr marL="1007745" algn="l" defTabSz="288290" rtl="0" eaLnBrk="1" latinLnBrk="0" hangingPunct="1">
        <a:defRPr sz="565" kern="1200">
          <a:solidFill>
            <a:schemeClr val="tx1"/>
          </a:solidFill>
          <a:latin typeface="+mn-lt"/>
          <a:ea typeface="+mn-ea"/>
          <a:cs typeface="+mn-cs"/>
        </a:defRPr>
      </a:lvl8pPr>
      <a:lvl9pPr marL="1151890" algn="l" defTabSz="288290" rtl="0" eaLnBrk="1" latinLnBrk="0" hangingPunct="1">
        <a:defRPr sz="5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 descr="gr10_lrg"/>
          <p:cNvPicPr>
            <a:picLocks noChangeAspect="1"/>
          </p:cNvPicPr>
          <p:nvPr/>
        </p:nvPicPr>
        <p:blipFill>
          <a:blip r:embed="rId1"/>
          <a:srcRect b="45241"/>
          <a:stretch>
            <a:fillRect/>
          </a:stretch>
        </p:blipFill>
        <p:spPr>
          <a:xfrm>
            <a:off x="125730" y="66040"/>
            <a:ext cx="4361815" cy="2016760"/>
          </a:xfrm>
          <a:prstGeom prst="rect">
            <a:avLst/>
          </a:prstGeom>
        </p:spPr>
      </p:pic>
      <p:pic>
        <p:nvPicPr>
          <p:cNvPr id="21" name="图片 20" descr="gr10_lrg"/>
          <p:cNvPicPr>
            <a:picLocks noChangeAspect="1"/>
          </p:cNvPicPr>
          <p:nvPr/>
        </p:nvPicPr>
        <p:blipFill>
          <a:blip r:embed="rId1"/>
          <a:srcRect l="11181" t="53310" r="11355"/>
          <a:stretch>
            <a:fillRect/>
          </a:stretch>
        </p:blipFill>
        <p:spPr>
          <a:xfrm>
            <a:off x="4549775" y="144145"/>
            <a:ext cx="3378835" cy="171958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XYR</cp:lastModifiedBy>
  <cp:revision>157</cp:revision>
  <dcterms:created xsi:type="dcterms:W3CDTF">2019-06-19T02:08:00Z</dcterms:created>
  <dcterms:modified xsi:type="dcterms:W3CDTF">2026-10-17T06:11:19Z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9446385C32E74B6597758599B777EAD4_11</vt:lpwstr>
  </property>
</Properties>
</file>